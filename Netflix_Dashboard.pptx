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4E2D8-E305-43B9-929F-3D0B88B2D37E}" v="7" dt="2026-03-11T18:48:38.068"/>
    <p1510:client id="{E00A8796-FE2A-4A45-BAFB-DAC486946A78}" v="1" dt="2026-03-11T18:44:43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59" d="100"/>
          <a:sy n="59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5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2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7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4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7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73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25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6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59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1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6926170-7EE8-4E4F-80C0-9850AE3616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Netflix Dashboard</a:t>
            </a:r>
            <a:endParaRPr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Netflix">
            <a:extLst>
              <a:ext uri="{FF2B5EF4-FFF2-40B4-BE49-F238E27FC236}">
                <a16:creationId xmlns:a16="http://schemas.microsoft.com/office/drawing/2014/main" id="{DF3B8D7F-9A06-48C8-8EA6-28CE6B5C9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333"/>
            <a:ext cx="12192000" cy="67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1B8426CC-9BD7-C256-B0D9-3F0985D3F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6794"/>
            <a:ext cx="12177622" cy="672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46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2013 - 2022 Theme</vt:lpstr>
      <vt:lpstr>Netflix Dashboard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Arshara PS</cp:lastModifiedBy>
  <cp:revision>7</cp:revision>
  <dcterms:created xsi:type="dcterms:W3CDTF">2026-03-11T18:36:33Z</dcterms:created>
  <dcterms:modified xsi:type="dcterms:W3CDTF">2026-03-11T18:50:00Z</dcterms:modified>
</cp:coreProperties>
</file>