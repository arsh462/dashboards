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1"/>
    <a:srgbClr val="1922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85BAE6-F80E-5509-EFC1-DF233C94DD8A}" v="66" dt="2026-03-11T21:15:12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057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612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39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1812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6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89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35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026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654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73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920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00A8E1"/>
                </a:solidFill>
              </a:rPr>
              <a:t>Prime Video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3200" dirty="0">
                <a:solidFill>
                  <a:srgbClr val="00A8E1"/>
                </a:solidFill>
              </a:rPr>
              <a:t>Using Power BI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B84D70-D851-2408-7D4E-A5CA83E44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357" y="-5730"/>
            <a:ext cx="12181866" cy="686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81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Prime Video Dashboard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27</cp:revision>
  <dcterms:created xsi:type="dcterms:W3CDTF">2013-07-15T20:26:40Z</dcterms:created>
  <dcterms:modified xsi:type="dcterms:W3CDTF">2026-03-11T21:15:36Z</dcterms:modified>
</cp:coreProperties>
</file>